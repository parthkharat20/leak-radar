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LeakRadar: AI Financial Command Center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Innovex Hackathon | Fintech | Problem Statement 2</a:t>
            </a:r>
          </a:p>
          <a:p/>
          <a:p>
            <a:r>
              <a:t>Team Members:</a:t>
            </a:r>
          </a:p>
          <a:p>
            <a:r>
              <a:t>1. Parth Kharat</a:t>
            </a:r>
          </a:p>
          <a:p>
            <a:r>
              <a:t>2. Abhijit Deshmukh</a:t>
            </a:r>
          </a:p>
          <a:p>
            <a:r>
              <a:t>3. Snehal Baramade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The Subscription 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Consumers are losing money due to:</a:t>
            </a:r>
          </a:p>
          <a:p>
            <a:pPr lvl="1"/>
            <a:r>
              <a:t>Subscription Fatigue: The average person juggles 10+ subscriptions across streaming, software, and services.</a:t>
            </a:r>
          </a:p>
          <a:p>
            <a:pPr lvl="1"/>
            <a:r>
              <a:t>Hidden Leaks: Free trials expire silently, prices hike unexpectedly, and overlapping services go unnoticed.</a:t>
            </a:r>
          </a:p>
          <a:p>
            <a:pPr lvl="1"/>
            <a:r>
              <a:t>Cancellation Friction: Canceling is intentionally difficult. Companies hide the 'cancel' button behind phone calls or confusing menus.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LeakRadar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Intelligent, Automated, and Secure Subscription Management:</a:t>
            </a:r>
          </a:p>
          <a:p>
            <a:pPr lvl="1"/>
            <a:r>
              <a:t>Instant Analysis: Turns messy bank statements into actionable financial insights instantly.</a:t>
            </a:r>
          </a:p>
          <a:p>
            <a:pPr lvl="1"/>
            <a:r>
              <a:t>Leak Detection: Uses AI to detect unused services, overlapping categories, and sneaky price hikes.</a:t>
            </a:r>
          </a:p>
          <a:p>
            <a:pPr lvl="1"/>
            <a:r>
              <a:t>Actionable: Acts on your behalf to draft cancellation emails and stop financial leaks.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Extraction: Upload PDFs, CSVs, or text. Our AI (Groq LLaMA 3) intelligently pulls recurring charges.</a:t>
            </a:r>
          </a:p>
          <a:p>
            <a:r>
              <a:t>Intelligent Leak Scoring: A dynamic score (0-100) that highlights how much money is wasted based on cost-weighted averages.</a:t>
            </a:r>
          </a:p>
          <a:p>
            <a:r>
              <a:t>Automated Cancellation Drafter: One-click generation and sending of professional cancellation emails directly to vendors via SMTP.</a:t>
            </a:r>
          </a:p>
          <a:p>
            <a:r>
              <a:t>Cashflow Forecasting: Beautiful, dynamic 30-day projections of upcoming renewals.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 First: Zero-Trust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Sensitive data NEVER touches the AI.</a:t>
            </a:r>
          </a:p>
          <a:p>
            <a:pPr lvl="1"/>
            <a:r>
              <a:t>Local PII Redaction Pipeline: Scrubbing happens locally on the server before hitting the LLM API.</a:t>
            </a:r>
          </a:p>
          <a:p>
            <a:pPr lvl="1"/>
            <a:r>
              <a:t>What gets redacted?: Credit Card Numbers, Bank Account IDs, Phone Numbers, and personal emails.</a:t>
            </a:r>
          </a:p>
          <a:p>
            <a:pPr lvl="1"/>
            <a:r>
              <a:t>How it works: Rigorous Regex patterns replace sensitive data with [REDACTED] tags.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Stack: Built for Speed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</a:t>
            </a:r>
          </a:p>
          <a:p>
            <a:pPr lvl="1"/>
            <a:r>
              <a:t>React.js &amp; Vite (Fast UI), TailwindCSS (Premium Glassmorphism), Recharts (Visualizations)</a:t>
            </a:r>
          </a:p>
          <a:p>
            <a:pPr/>
            <a:r>
              <a:t>Backend:</a:t>
            </a:r>
          </a:p>
          <a:p>
            <a:pPr lvl="1"/>
            <a:r>
              <a:t>Python FastAPI (High-performance API), Groq AI LLaMA 3 (Near-instant NLP), SQLAlchemy</a:t>
            </a:r>
          </a:p>
          <a:p>
            <a:pPr/>
            <a:r>
              <a:t>Infrastructure:</a:t>
            </a:r>
          </a:p>
          <a:p>
            <a:pPr lvl="1"/>
            <a:r>
              <a:t>Vercel Serverless (Auto-scaling, seamless cloud deployment)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Empowering Consumers: Puts financial control back into the hands of the user, saving hundreds of dollars annually.</a:t>
            </a:r>
          </a:p>
          <a:p>
            <a:r>
              <a:t>Future - Plaid Integration: Direct, real-time bank syncing via OAuth for automated daily scanning.</a:t>
            </a:r>
          </a:p>
          <a:p>
            <a:r>
              <a:t>Future - AI Negotiation Bot: Voice agents that automatically call customer service lines to negotiate lower bills (e.g., Internet, Cable).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 are ready for the Live Demo.</a:t>
            </a:r>
          </a:p>
          <a:p/>
          <a:p>
            <a:r>
              <a:t>Innovex Hackathon 2026</a:t>
            </a:r>
          </a:p>
          <a:p>
            <a:r>
              <a:t>Team: Parth Kharat, Abhijit Deshmukh, Snehal Baramade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